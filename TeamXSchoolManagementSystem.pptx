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47B1-4EE7-47E3-BA73-6ABCD2F69845}" type="datetimeFigureOut">
              <a:rPr lang="en-KE" smtClean="0"/>
              <a:t>25/02/2026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3FE5EA81-5AA9-450D-916B-DC0274F454A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82297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47B1-4EE7-47E3-BA73-6ABCD2F69845}" type="datetimeFigureOut">
              <a:rPr lang="en-KE" smtClean="0"/>
              <a:t>25/02/2026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EA81-5AA9-450D-916B-DC0274F454A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727527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706E47B1-4EE7-47E3-BA73-6ABCD2F69845}" type="datetimeFigureOut">
              <a:rPr lang="en-KE" smtClean="0"/>
              <a:t>25/02/2026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KE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3FE5EA81-5AA9-450D-916B-DC0274F454A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366412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47B1-4EE7-47E3-BA73-6ABCD2F69845}" type="datetimeFigureOut">
              <a:rPr lang="en-KE" smtClean="0"/>
              <a:t>25/02/2026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EA81-5AA9-450D-916B-DC0274F454A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323318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47B1-4EE7-47E3-BA73-6ABCD2F69845}" type="datetimeFigureOut">
              <a:rPr lang="en-KE" smtClean="0"/>
              <a:t>25/02/2026</a:t>
            </a:fld>
            <a:endParaRPr lang="en-K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EA81-5AA9-450D-916B-DC0274F454A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927074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47B1-4EE7-47E3-BA73-6ABCD2F69845}" type="datetimeFigureOut">
              <a:rPr lang="en-KE" smtClean="0"/>
              <a:t>25/02/2026</a:t>
            </a:fld>
            <a:endParaRPr lang="en-K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EA81-5AA9-450D-916B-DC0274F454A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31042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47B1-4EE7-47E3-BA73-6ABCD2F69845}" type="datetimeFigureOut">
              <a:rPr lang="en-KE" smtClean="0"/>
              <a:t>25/02/2026</a:t>
            </a:fld>
            <a:endParaRPr lang="en-K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EA81-5AA9-450D-916B-DC0274F454A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852472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47B1-4EE7-47E3-BA73-6ABCD2F69845}" type="datetimeFigureOut">
              <a:rPr lang="en-KE" smtClean="0"/>
              <a:t>25/02/2026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EA81-5AA9-450D-916B-DC0274F454A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21690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47B1-4EE7-47E3-BA73-6ABCD2F69845}" type="datetimeFigureOut">
              <a:rPr lang="en-KE" smtClean="0"/>
              <a:t>25/02/2026</a:t>
            </a:fld>
            <a:endParaRPr lang="en-KE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EA81-5AA9-450D-916B-DC0274F454A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969737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47B1-4EE7-47E3-BA73-6ABCD2F69845}" type="datetimeFigureOut">
              <a:rPr lang="en-KE" smtClean="0"/>
              <a:t>25/02/2026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EA81-5AA9-450D-916B-DC0274F454A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598350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47B1-4EE7-47E3-BA73-6ABCD2F69845}" type="datetimeFigureOut">
              <a:rPr lang="en-KE" smtClean="0"/>
              <a:t>25/02/2026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EA81-5AA9-450D-916B-DC0274F454A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726603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706E47B1-4EE7-47E3-BA73-6ABCD2F69845}" type="datetimeFigureOut">
              <a:rPr lang="en-KE" smtClean="0"/>
              <a:t>25/02/2026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KE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3FE5EA81-5AA9-450D-916B-DC0274F454A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946843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BBFCA-B7A1-5BDC-8DF9-F52EC2D119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MANAGEMENT SYSTEM</a:t>
            </a:r>
            <a:endParaRPr lang="en-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F907F1-2DE4-0D1C-CDAA-4394A59E7F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507470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Presented by: Faith, Ryan, Erick &amp; Ethan</a:t>
            </a:r>
            <a:endParaRPr lang="en-KE" sz="1800" dirty="0"/>
          </a:p>
        </p:txBody>
      </p:sp>
    </p:spTree>
    <p:extLst>
      <p:ext uri="{BB962C8B-B14F-4D97-AF65-F5344CB8AC3E}">
        <p14:creationId xmlns:p14="http://schemas.microsoft.com/office/powerpoint/2010/main" val="2728613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B58A8-66E4-BC5D-9347-4E4F8C75A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Application Overview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3BF2B-7F3E-BD9D-DCA2-5727C3DEB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System Purpose</a:t>
            </a:r>
            <a:r>
              <a:rPr lang="en-US" dirty="0"/>
              <a:t>: The application serves as a </a:t>
            </a:r>
            <a:r>
              <a:rPr lang="en-US" b="1" dirty="0"/>
              <a:t>School Management System</a:t>
            </a:r>
            <a:r>
              <a:rPr lang="en-US" dirty="0"/>
              <a:t>, providing a Graphical User Interface (GUI) for administrators to input, track, and save student data without needing to interact with a terminal.</a:t>
            </a:r>
          </a:p>
          <a:p>
            <a:r>
              <a:rPr lang="en-US" b="1" dirty="0"/>
              <a:t>Data Structure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system uses a </a:t>
            </a:r>
            <a:r>
              <a:rPr lang="en-US" b="1" dirty="0"/>
              <a:t>Global List</a:t>
            </a:r>
            <a:r>
              <a:rPr lang="en-US" dirty="0"/>
              <a:t> called students to act as a temporary database.</a:t>
            </a:r>
          </a:p>
          <a:p>
            <a:pPr lvl="1"/>
            <a:r>
              <a:rPr lang="en-US" dirty="0"/>
              <a:t>Each student is represented as a </a:t>
            </a:r>
            <a:r>
              <a:rPr lang="en-US" b="1" dirty="0"/>
              <a:t>Dictionary</a:t>
            </a:r>
            <a:r>
              <a:rPr lang="en-US" dirty="0"/>
              <a:t>, which maps specific categories (ID, First Name, Last Name, Course, Phone) to the data entered by the user.</a:t>
            </a:r>
          </a:p>
          <a:p>
            <a:r>
              <a:rPr lang="en-US" b="1" dirty="0"/>
              <a:t>Core Libraries</a:t>
            </a:r>
            <a:r>
              <a:rPr lang="en-US" dirty="0"/>
              <a:t>:</a:t>
            </a:r>
          </a:p>
          <a:p>
            <a:pPr lvl="1"/>
            <a:r>
              <a:rPr lang="en-US" b="1" dirty="0" err="1"/>
              <a:t>Tkinter</a:t>
            </a:r>
            <a:r>
              <a:rPr lang="en-US" dirty="0"/>
              <a:t>: The primary toolkit used to build the windows, buttons, and text fields.</a:t>
            </a:r>
          </a:p>
          <a:p>
            <a:pPr lvl="1"/>
            <a:r>
              <a:rPr lang="en-US" b="1" dirty="0" err="1"/>
              <a:t>Messagebox</a:t>
            </a:r>
            <a:r>
              <a:rPr lang="en-US" b="1" dirty="0"/>
              <a:t>/</a:t>
            </a:r>
            <a:r>
              <a:rPr lang="en-US" b="1" dirty="0" err="1"/>
              <a:t>Filedialog</a:t>
            </a:r>
            <a:r>
              <a:rPr lang="en-US" dirty="0"/>
              <a:t>: Specialized sub-modules used to trigger pop-up alerts and open "Save As" windows on the computer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34157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A006E-FC37-9C86-2186-2F701F0C4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Logic and User Interaction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24C0C-32EC-64F1-8488-905CD8871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Input Validation</a:t>
            </a:r>
            <a:r>
              <a:rPr lang="en-US" dirty="0"/>
              <a:t>: Before saving, the system performs a critical check to ensure no fields are empty. If a field is missing, it triggers a warning message and halts the process to prevent "corrupt" or incomplete data entries.</a:t>
            </a:r>
          </a:p>
          <a:p>
            <a:r>
              <a:rPr lang="en-US" b="1" dirty="0"/>
              <a:t>The Registration Workflow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Capture</a:t>
            </a:r>
            <a:r>
              <a:rPr lang="en-US" dirty="0"/>
              <a:t>: It retrieves text from five distinct input fields.</a:t>
            </a:r>
          </a:p>
          <a:p>
            <a:pPr lvl="1"/>
            <a:r>
              <a:rPr lang="en-US" b="1" dirty="0"/>
              <a:t>Storage</a:t>
            </a:r>
            <a:r>
              <a:rPr lang="en-US" dirty="0"/>
              <a:t>: It packages that text into a dictionary and appends it to the master list.</a:t>
            </a:r>
          </a:p>
          <a:p>
            <a:pPr lvl="1"/>
            <a:r>
              <a:rPr lang="en-US" b="1" dirty="0"/>
              <a:t>Display</a:t>
            </a:r>
            <a:r>
              <a:rPr lang="en-US" dirty="0"/>
              <a:t>: It updates a "</a:t>
            </a:r>
            <a:r>
              <a:rPr lang="en-US" dirty="0" err="1"/>
              <a:t>Listbox</a:t>
            </a:r>
            <a:r>
              <a:rPr lang="en-US" dirty="0"/>
              <a:t>" on the screen so the user sees the student’s ID and name immediately.</a:t>
            </a:r>
          </a:p>
          <a:p>
            <a:pPr lvl="1"/>
            <a:r>
              <a:rPr lang="en-US" b="1" dirty="0"/>
              <a:t>Reset</a:t>
            </a:r>
            <a:r>
              <a:rPr lang="en-US" dirty="0"/>
              <a:t>: It automatically clears the input fields to prepare for the next entry.</a:t>
            </a:r>
          </a:p>
          <a:p>
            <a:r>
              <a:rPr lang="en-US" b="1" dirty="0"/>
              <a:t>File Export Mechanism</a:t>
            </a:r>
            <a:r>
              <a:rPr lang="en-US" dirty="0"/>
              <a:t>: This feature allows for permanent storage. It prompts the user to choose a filename and location, then iterates through the internal list to write a formatted, human-readable report into a .txt file.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776542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80A46-9BA7-B5D2-E01F-4AB1D5C2B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Graphical User Interface (GUI) Design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7D260-C972-C115-B7E6-535228B55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GUI is from python </a:t>
            </a:r>
            <a:r>
              <a:rPr lang="en-US" dirty="0" err="1"/>
              <a:t>tkinter</a:t>
            </a:r>
            <a:endParaRPr lang="en-US" dirty="0"/>
          </a:p>
          <a:p>
            <a:r>
              <a:rPr lang="en-US" dirty="0"/>
              <a:t>The application uses a "Packed" layout, which stacks elements vertically. The window is set to a fixed starting size of </a:t>
            </a:r>
            <a:r>
              <a:rPr lang="en-US" b="1" dirty="0"/>
              <a:t>500x500 pixels</a:t>
            </a:r>
            <a:r>
              <a:rPr lang="en-US" dirty="0"/>
              <a:t> for a consistent look. 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8082320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33</TotalTime>
  <Words>348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Rockwell</vt:lpstr>
      <vt:lpstr>Rockwell Condensed</vt:lpstr>
      <vt:lpstr>Times New Roman</vt:lpstr>
      <vt:lpstr>Wingdings</vt:lpstr>
      <vt:lpstr>Wood Type</vt:lpstr>
      <vt:lpstr>SCHOOL MANAGEMENT SYSTEM</vt:lpstr>
      <vt:lpstr>Application Overview</vt:lpstr>
      <vt:lpstr>Functional Logic and User Interaction</vt:lpstr>
      <vt:lpstr>Graphical User Interface (GUI)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 x</dc:creator>
  <cp:lastModifiedBy>FLOWERS | FLOWERHOUSE</cp:lastModifiedBy>
  <cp:revision>1</cp:revision>
  <dcterms:created xsi:type="dcterms:W3CDTF">2026-02-25T06:41:19Z</dcterms:created>
  <dcterms:modified xsi:type="dcterms:W3CDTF">2026-02-25T07:14:52Z</dcterms:modified>
</cp:coreProperties>
</file>